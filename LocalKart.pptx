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0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41148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457200"/>
            <a:ext cx="429768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LocalKart: Hyperlocal Marketplace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 Maji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5935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150096725215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41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in CSE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8853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5, CSS 3,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694944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05840"/>
            <a:ext cx="658368" cy="69494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05840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76272" y="102412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1901952"/>
            <a:ext cx="6400800" cy="694944"/>
          </a:xfrm>
          <a:prstGeom prst="rect">
            <a:avLst/>
          </a:prstGeom>
          <a:solidFill>
            <a:srgbClr val="F5E6EB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901952"/>
            <a:ext cx="658368" cy="69494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01952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76272" y="192024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– LocalKart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798064"/>
            <a:ext cx="6400800" cy="694944"/>
          </a:xfrm>
          <a:prstGeom prst="rect">
            <a:avLst/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2798064"/>
            <a:ext cx="658368" cy="69494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798064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76272" y="28163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(Method / Site Map)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694176"/>
            <a:ext cx="6400800" cy="694944"/>
          </a:xfrm>
          <a:prstGeom prst="rect">
            <a:avLst/>
          </a:prstGeom>
          <a:solidFill>
            <a:srgbClr val="F5E6EB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3694176"/>
            <a:ext cx="658368" cy="69494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694176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76272" y="371246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931920" cy="3840480"/>
          </a:xfrm>
          <a:prstGeom prst="rect">
            <a:avLst/>
          </a:prstGeom>
          <a:solidFill>
            <a:srgbClr val="F5E6EB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50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local retailers struggle to reach nearby customers online.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lack a single platform to discover what is available within their own neighbourhood.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exists that combines pin code-based filtering, product browsing, cart management, and same-day delivery visibility — all in one place.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Pain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25880"/>
            <a:ext cx="64008" cy="676656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624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hyperlocal discovery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91456" y="1618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cannot filter shops by pin code or neighbourhood.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093976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93976"/>
            <a:ext cx="64008" cy="676656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130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not visible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91456" y="2386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shops have no digital product listing.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62072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62072"/>
            <a:ext cx="64008" cy="676656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28986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same-day delivery info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91456" y="3154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cannot see real-time delivery availability.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630168"/>
            <a:ext cx="4114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30168"/>
            <a:ext cx="64008" cy="676656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3666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 &amp; checkout gap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91456" y="39227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integrated cart and checkout for local purchases.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 – LocalKart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6-page responsive hyperlocal marketplace built with HTML 5 · CSS 3 · JavaScript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33472" cy="420624"/>
          </a:xfrm>
          <a:prstGeom prst="rect">
            <a:avLst/>
          </a:prstGeom>
          <a:solidFill>
            <a:srgbClr val="8C1236"/>
          </a:solidFill>
          <a:ln w="12700">
            <a:solidFill>
              <a:srgbClr val="8C12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18872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972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" y="157276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code search bar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local shop cards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Stats: shops, products, delivery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97280"/>
            <a:ext cx="2633472" cy="42062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972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75888" y="118872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0972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157276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badges per shop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 chips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Open/Closed status indicator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0176" y="109728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0176" y="1097280"/>
            <a:ext cx="2633472" cy="420624"/>
          </a:xfrm>
          <a:prstGeom prst="rect">
            <a:avLst/>
          </a:prstGeom>
          <a:solidFill>
            <a:srgbClr val="B8284E"/>
          </a:solidFill>
          <a:ln w="12700">
            <a:solidFill>
              <a:srgbClr val="B828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0972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37376" y="118872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10972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08192" y="157276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4-column responsive grid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price, rating, discount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Add-to-cart with live feedback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17520"/>
            <a:ext cx="2633472" cy="420624"/>
          </a:xfrm>
          <a:prstGeom prst="rect">
            <a:avLst/>
          </a:prstGeom>
          <a:solidFill>
            <a:srgbClr val="8C1236"/>
          </a:solidFill>
          <a:ln w="12700">
            <a:solidFill>
              <a:srgbClr val="8C12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175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310896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0175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" y="349300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+/- controls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total calculation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removal with toast alerts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301752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3017520"/>
            <a:ext cx="2633472" cy="420624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0175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75888" y="310896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30175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Checkout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46704" y="349300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address form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&amp; pin code validation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confirmation on submit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0176" y="3017520"/>
            <a:ext cx="2633472" cy="1755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0176" y="3017520"/>
            <a:ext cx="2633472" cy="420624"/>
          </a:xfrm>
          <a:prstGeom prst="rect">
            <a:avLst/>
          </a:prstGeom>
          <a:solidFill>
            <a:srgbClr val="B8284E"/>
          </a:solidFill>
          <a:ln w="12700">
            <a:solidFill>
              <a:srgbClr val="B828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30175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37376" y="3108960"/>
            <a:ext cx="0" cy="237744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30175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08192" y="3493008"/>
            <a:ext cx="24140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rate table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plan comparison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earnings calculator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– Method &amp; User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Step-by-Step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0" cy="274320"/>
          </a:xfrm>
          <a:prstGeom prst="line">
            <a:avLst/>
          </a:prstGeom>
          <a:noFill/>
          <a:ln w="19050">
            <a:solidFill>
              <a:srgbClr val="A0144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1335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visits Home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pin code to discover local shops in their area.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65760" cy="365760"/>
          </a:xfrm>
          <a:prstGeom prst="ellipse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0" cy="274320"/>
          </a:xfrm>
          <a:prstGeom prst="line">
            <a:avLst/>
          </a:prstGeom>
          <a:noFill/>
          <a:ln w="19050">
            <a:solidFill>
              <a:srgbClr val="A0144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6012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Browses Shops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by pin code, category and distance badges.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365760" cy="365760"/>
          </a:xfrm>
          <a:prstGeom prst="ellipse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054096"/>
            <a:ext cx="0" cy="274320"/>
          </a:xfrm>
          <a:prstGeom prst="line">
            <a:avLst/>
          </a:prstGeom>
          <a:noFill/>
          <a:ln w="19050">
            <a:solidFill>
              <a:srgbClr val="A0144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6012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Explores 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with JS sort/filter and add-to-cart functionality.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365760" cy="365760"/>
          </a:xfrm>
          <a:prstGeom prst="ellipse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12464"/>
            <a:ext cx="0" cy="274320"/>
          </a:xfrm>
          <a:prstGeom prst="line">
            <a:avLst/>
          </a:prstGeom>
          <a:noFill/>
          <a:ln w="19050">
            <a:solidFill>
              <a:srgbClr val="A0144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60120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Manages Cart &amp; Checkout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total via DOM; form validates delivery details.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365760" cy="365760"/>
          </a:xfrm>
          <a:prstGeom prst="ellipse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968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Seller views Pricing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15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rates, plan options and earnings calculator.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877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at a Glance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1316736"/>
            <a:ext cx="3749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1316736"/>
            <a:ext cx="73152" cy="93268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84848" y="1408176"/>
            <a:ext cx="658368" cy="201168"/>
          </a:xfrm>
          <a:prstGeom prst="rect">
            <a:avLst/>
          </a:prstGeom>
          <a:solidFill>
            <a:srgbClr val="F5E6EB"/>
          </a:solidFill>
          <a:ln w="6350">
            <a:solidFill>
              <a:srgbClr val="A014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14081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1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84064" y="166420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tags · Shop listing cards · Cart table · Filter dropdowns · Cross-page navigation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2386584"/>
            <a:ext cx="3749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2386584"/>
            <a:ext cx="73152" cy="93268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84848" y="2478024"/>
            <a:ext cx="658368" cy="201168"/>
          </a:xfrm>
          <a:prstGeom prst="rect">
            <a:avLst/>
          </a:prstGeom>
          <a:solidFill>
            <a:srgbClr val="F5E6EB"/>
          </a:solidFill>
          <a:ln w="6350">
            <a:solidFill>
              <a:srgbClr val="A014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4848" y="247802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1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84064" y="27340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&amp; Grid · Sticky nav · Box-shadow · Hover scale · Fade-in · 3 breakpoints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3456432"/>
            <a:ext cx="3749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0" y="3456432"/>
            <a:ext cx="73152" cy="93268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784848" y="3547872"/>
            <a:ext cx="658368" cy="201168"/>
          </a:xfrm>
          <a:prstGeom prst="rect">
            <a:avLst/>
          </a:prstGeom>
          <a:solidFill>
            <a:srgbClr val="F5E6EB"/>
          </a:solidFill>
          <a:ln w="6350">
            <a:solidFill>
              <a:srgbClr val="A014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3547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1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84064" y="380390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code filter · Live cart total · DOM events · Form validation · Mobile nav toggle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931920" cy="4023360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9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LocalKart is a fully responsive 6-page hyperlocal marketplace built using HTML 5, CSS 3, and JavaScript.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demonstrates competency in semantic HTML structure, advanced CSS layout techniques (Flexbox &amp; Grid), and client-side JavaScript for real-time interactivity.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addresses a real-world problem — bridging local retailers with nearby customers — through a clean, functional, and modern web interface.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14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Outcomes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16736"/>
            <a:ext cx="1965960" cy="8046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16736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Design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5910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desktop, tablet and mobile (3 breakpoints)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1316736"/>
            <a:ext cx="1965960" cy="804672"/>
          </a:xfrm>
          <a:prstGeom prst="rect">
            <a:avLst/>
          </a:prstGeom>
          <a:solidFill>
            <a:srgbClr val="F5E6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1316736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 Code Filtering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0" y="15910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JavaScript-powered shop and product filtering by area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965960" cy="8046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Cart System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quantity controls and dynamic total calculation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286000"/>
            <a:ext cx="1965960" cy="804672"/>
          </a:xfrm>
          <a:prstGeom prst="rect">
            <a:avLst/>
          </a:prstGeom>
          <a:solidFill>
            <a:srgbClr val="F5E6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286000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Validation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inputs validated using DOM events before submit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255264"/>
            <a:ext cx="1965960" cy="8046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55264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6-Page Structure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5295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navigation bar and footer across all pages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3255264"/>
            <a:ext cx="1965960" cy="804672"/>
          </a:xfrm>
          <a:prstGeom prst="rect">
            <a:avLst/>
          </a:prstGeom>
          <a:solidFill>
            <a:srgbClr val="F5E6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3255264"/>
            <a:ext cx="1965960" cy="256032"/>
          </a:xfrm>
          <a:prstGeom prst="rect">
            <a:avLst/>
          </a:prstGeom>
          <a:solidFill>
            <a:srgbClr val="A01441"/>
          </a:solidFill>
          <a:ln w="12700">
            <a:solidFill>
              <a:srgbClr val="A014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Seller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35295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model, plan comparison &amp; earnings calculator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0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54864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594360"/>
            <a:ext cx="429768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LocalKart – Hyperlocal Marketplace</dc:title>
  <dc:subject>PptxGenJS Presentation</dc:subject>
  <dc:creator>Rima Maji</dc:creator>
  <cp:lastModifiedBy>Rima Maji</cp:lastModifiedBy>
  <cp:revision>1</cp:revision>
  <dcterms:created xsi:type="dcterms:W3CDTF">2026-03-10T06:42:09Z</dcterms:created>
  <dcterms:modified xsi:type="dcterms:W3CDTF">2026-03-10T06:42:09Z</dcterms:modified>
</cp:coreProperties>
</file>